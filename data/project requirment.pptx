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/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43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Aparajita</vt:lpstr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 Git</dc:creator>
  <cp:lastModifiedBy>hp</cp:lastModifiedBy>
  <cp:revision>36</cp:revision>
  <dcterms:created xsi:type="dcterms:W3CDTF">2024-07-03T21:35:18Z</dcterms:created>
  <dcterms:modified xsi:type="dcterms:W3CDTF">2026-01-19T15:15:56Z</dcterms:modified>
</cp:coreProperties>
</file>